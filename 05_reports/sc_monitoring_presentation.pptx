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66" r:id="rId5"/>
    <p:sldId id="265" r:id="rId6"/>
    <p:sldId id="259" r:id="rId7"/>
    <p:sldId id="260" r:id="rId8"/>
    <p:sldId id="261" r:id="rId9"/>
    <p:sldId id="262" r:id="rId10"/>
    <p:sldId id="263" r:id="rId11"/>
    <p:sldId id="264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74" d="100"/>
          <a:sy n="74" d="100"/>
        </p:scale>
        <p:origin x="988" y="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SC Monitoring &amp; Cohort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br/>
            <a:br/>
            <a:r>
              <a:t>BPJS Kediri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1 — GAMBARAN UTILISASI PERSALINAN</a:t>
            </a:r>
          </a:p>
        </p:txBody>
      </p:sp>
      <p:pic>
        <p:nvPicPr>
          <p:cNvPr id="3" name="Picture 1" descr="sc_monitoring_presentation_files/figure-pptx/unnamed-chunk-2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Distribusi Persalinan RS vs FKTP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028700"/>
            <a:ext cx="4668716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Komposisi SC vs Spontan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028700"/>
            <a:ext cx="383454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 SC Rate RS vs FKTP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028700"/>
            <a:ext cx="4648933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• Total persalinan tahun terakhir: 34303
• SC rate terakhir: 49.6%
• Perubahan dibanding tahun awal: 2.6 poin persentase.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2 — COHORT &amp; INTERVAL KELAHIRAN</a:t>
            </a:r>
          </a:p>
        </p:txBody>
      </p:sp>
      <p:pic>
        <p:nvPicPr>
          <p:cNvPr id="3" name="Picture 1" descr="sc_monitoring_presentation_files/figure-pptx/unnamed-chunk-4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• Biologically impossible: 0.06% dari cohort
• Potensi: double claim / coding error / fragmentasi episode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3 — SC RATE &amp; OUTLIER ANALYSIS</a:t>
            </a:r>
          </a:p>
        </p:txBody>
      </p:sp>
      <p:pic>
        <p:nvPicPr>
          <p:cNvPr id="3" name="Picture 1" descr="sc_monitoring_presentation_files/figure-pptx/unnamed-chunk-6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• Jumlah RS outlier (|z| &gt; 2): 10
• Variasi antar RS signifikan
• Perlu clinical review pada RS di luar batas kontrol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4 — IMPLIKASI MUTU &amp; BIAYA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lvl="0" indent="0">
              <a:buNone/>
            </a:pPr>
            <a:r>
              <a:rPr>
                <a:latin typeface="Courier"/>
              </a:rPr>
              <a:t># A tibble: 1 × 3
    total_cost      sc_cost spontan_cost
         &lt;dbl&gt;        &lt;dbl&gt;        &lt;dbl&gt;
1 404665356732 287481199592 114541510240</a:t>
            </a:r>
          </a:p>
          <a:p>
            <a:pPr lvl="0" indent="0">
              <a:buNone/>
            </a:pPr>
            <a:r>
              <a:rPr>
                <a:latin typeface="Courier"/>
              </a:rPr>
              <a:t>
• SC berkontribusi besar terhadap total biaya
• Variasi antar fasilitas lebar
• Terdapat interval biologis tidak mungkin
• Disarankan:
   - Clinical review berbasis kasus
   - Audit rekam medis sampling
   - Validasi indikasi SC
   - Evaluasi pola rujukan FKTP → RS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1️⃣ RS Penyumbang Biologically Impossible Terbesar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10 × 2
   provider_name               n
   &lt;chr&gt;                   &lt;int&gt;
 1 RS MEDIKA UTAMA            35
 2 RSU AMINAH                 10
 3 RS BHAYANGKARA KEDIRI       6
 4 RSK BUDI RAHAYU             3
 5 RS BHAYANGKARA NGANJUK      2
 6 RS WAVA HUSADA KESAMBEN     2
 7 RSD KERTOSONO               2
 8 RSIA Melinda                2
 9 RSUD NGANJUK                2
10 RSI AMINAH                 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Implikasi Mutu &amp; Biaya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Ringkasan implikasi mutu pelayanan dan biaya persalinan:</a:t>
            </a:r>
          </a:p>
          <a:p>
            <a:r>
              <a:t>- Interval biologis tidak mungkin dapat mengindikasikan potensi double claim, kesalahan coding, atau fragmentasi episode.</a:t>
            </a:r>
          </a:p>
          <a:p>
            <a:r>
              <a:t>- SC rate tinggi di beberapa RS memerlukan telaah klinis dan audit rekam medis sampling.</a:t>
            </a:r>
          </a:p>
          <a:p>
            <a:r>
              <a:t>- Variasi biaya antar jenis persalinan menjadi dasar perbaikan rujukan FKTP ke RS dan validasi indikasi SC.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</Words>
  <Application>Microsoft Office PowerPoint</Application>
  <PresentationFormat>On-screen Show (16:9)</PresentationFormat>
  <Paragraphs>21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</vt:lpstr>
      <vt:lpstr>Office Theme</vt:lpstr>
      <vt:lpstr>SC Monitoring &amp; Cohort Analysis</vt:lpstr>
      <vt:lpstr>SLIDE 1 — GAMBARAN UTILISASI PERSALINAN</vt:lpstr>
      <vt:lpstr>Distribusi Persalinan RS vs FKTP</vt:lpstr>
      <vt:lpstr>Komposisi SC vs Spontan</vt:lpstr>
      <vt:lpstr>Tren SC Rate RS vs FKTP</vt:lpstr>
      <vt:lpstr>PowerPoint Presentation</vt:lpstr>
      <vt:lpstr>SLIDE 2 — COHORT &amp; INTERVAL KELAHIRAN</vt:lpstr>
      <vt:lpstr>PowerPoint Presentation</vt:lpstr>
      <vt:lpstr>SLIDE 3 — SC RATE &amp; OUTLIER ANALYSIS</vt:lpstr>
      <vt:lpstr>PowerPoint Presentation</vt:lpstr>
      <vt:lpstr>SLIDE 4 — IMPLIKASI MUTU &amp; BIAYA</vt:lpstr>
      <vt:lpstr>Implikasi Mutu &amp; Biaya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 Monitoring &amp; Cohort Analysis</dc:title>
  <dc:creator>BPJS Kediri Analytics</dc:creator>
  <cp:keywords/>
  <cp:lastModifiedBy>Dodyk Sukra Goutama</cp:lastModifiedBy>
  <cp:revision>1</cp:revision>
  <dcterms:created xsi:type="dcterms:W3CDTF">2026-03-03T19:52:34Z</dcterms:created>
  <dcterms:modified xsi:type="dcterms:W3CDTF">2026-03-04T00:38:21Z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xecute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